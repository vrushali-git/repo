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1310E-C0C1-47C8-A7D3-147294F7EA1D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AFFF-A0B6-40E3-8F6C-9D5C5ADE7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55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1310E-C0C1-47C8-A7D3-147294F7EA1D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AFFF-A0B6-40E3-8F6C-9D5C5ADE7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59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1310E-C0C1-47C8-A7D3-147294F7EA1D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AFFF-A0B6-40E3-8F6C-9D5C5ADE7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2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1310E-C0C1-47C8-A7D3-147294F7EA1D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AFFF-A0B6-40E3-8F6C-9D5C5ADE7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58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1310E-C0C1-47C8-A7D3-147294F7EA1D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AFFF-A0B6-40E3-8F6C-9D5C5ADE7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66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1310E-C0C1-47C8-A7D3-147294F7EA1D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AFFF-A0B6-40E3-8F6C-9D5C5ADE7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67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1310E-C0C1-47C8-A7D3-147294F7EA1D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AFFF-A0B6-40E3-8F6C-9D5C5ADE7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362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1310E-C0C1-47C8-A7D3-147294F7EA1D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AFFF-A0B6-40E3-8F6C-9D5C5ADE7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301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1310E-C0C1-47C8-A7D3-147294F7EA1D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AFFF-A0B6-40E3-8F6C-9D5C5ADE7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978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1310E-C0C1-47C8-A7D3-147294F7EA1D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AFFF-A0B6-40E3-8F6C-9D5C5ADE7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4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1310E-C0C1-47C8-A7D3-147294F7EA1D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AFFF-A0B6-40E3-8F6C-9D5C5ADE7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967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1310E-C0C1-47C8-A7D3-147294F7EA1D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BAFFF-A0B6-40E3-8F6C-9D5C5ADE7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953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ECA7F-F69B-9B99-59DA-631C57E09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1085" y="741363"/>
            <a:ext cx="9144000" cy="935037"/>
          </a:xfrm>
        </p:spPr>
        <p:txBody>
          <a:bodyPr/>
          <a:lstStyle/>
          <a:p>
            <a:r>
              <a:rPr lang="en-US" dirty="0" err="1">
                <a:solidFill>
                  <a:srgbClr val="008000"/>
                </a:solidFill>
              </a:rPr>
              <a:t>BlinkIt</a:t>
            </a:r>
            <a:r>
              <a:rPr lang="en-US" dirty="0">
                <a:solidFill>
                  <a:srgbClr val="008000"/>
                </a:solidFill>
              </a:rPr>
              <a:t>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F70EA5-583C-96D2-47C0-319EBAC02B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43275"/>
            <a:ext cx="9144000" cy="654276"/>
          </a:xfrm>
        </p:spPr>
        <p:txBody>
          <a:bodyPr>
            <a:normAutofit/>
          </a:bodyPr>
          <a:lstStyle/>
          <a:p>
            <a:pPr algn="l"/>
            <a:r>
              <a:rPr lang="en-US" sz="1800" dirty="0">
                <a:solidFill>
                  <a:srgbClr val="008000"/>
                </a:solidFill>
              </a:rPr>
              <a:t>Conduct a comprehensive analysis of the </a:t>
            </a:r>
            <a:r>
              <a:rPr lang="en-US" sz="1800" dirty="0" err="1">
                <a:solidFill>
                  <a:srgbClr val="008000"/>
                </a:solidFill>
              </a:rPr>
              <a:t>BlinkIt’s</a:t>
            </a:r>
            <a:r>
              <a:rPr lang="en-US" sz="1800" dirty="0">
                <a:solidFill>
                  <a:srgbClr val="008000"/>
                </a:solidFill>
              </a:rPr>
              <a:t> sales performance, customer satisfaction, and inventory distribution, to identify the key insights and possible future opportunities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D3D33F1-C7C9-0816-4274-C5D08FC579D9}"/>
              </a:ext>
            </a:extLst>
          </p:cNvPr>
          <p:cNvSpPr txBox="1">
            <a:spLocks/>
          </p:cNvSpPr>
          <p:nvPr/>
        </p:nvSpPr>
        <p:spPr>
          <a:xfrm>
            <a:off x="1611085" y="3340780"/>
            <a:ext cx="9144000" cy="254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rgbClr val="008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KPI Requirement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rgbClr val="008000"/>
                </a:solidFill>
              </a:rPr>
              <a:t>Total Sales: The overall sales generated from all items sold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rgbClr val="008000"/>
                </a:solidFill>
              </a:rPr>
              <a:t>Average Sales: The average sales generated from all items sold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rgbClr val="008000"/>
                </a:solidFill>
              </a:rPr>
              <a:t>Number of Items: The total count of different items sold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rgbClr val="008000"/>
                </a:solidFill>
              </a:rPr>
              <a:t>Average Rating: The average customer rating for items sold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36BF67-2896-681A-C0B1-B46FE8804790}"/>
              </a:ext>
            </a:extLst>
          </p:cNvPr>
          <p:cNvSpPr/>
          <p:nvPr/>
        </p:nvSpPr>
        <p:spPr>
          <a:xfrm>
            <a:off x="1436915" y="1650575"/>
            <a:ext cx="65627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Business Requirement</a:t>
            </a:r>
          </a:p>
        </p:txBody>
      </p:sp>
    </p:spTree>
    <p:extLst>
      <p:ext uri="{BB962C8B-B14F-4D97-AF65-F5344CB8AC3E}">
        <p14:creationId xmlns:p14="http://schemas.microsoft.com/office/powerpoint/2010/main" val="3558145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7E53C4-5F2D-E1BE-2A8A-C0891A6F6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691A9-BA27-4CE5-B46D-0D8DFF8D3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1085" y="741363"/>
            <a:ext cx="9144000" cy="935037"/>
          </a:xfrm>
        </p:spPr>
        <p:txBody>
          <a:bodyPr/>
          <a:lstStyle/>
          <a:p>
            <a:r>
              <a:rPr lang="en-US" dirty="0" err="1">
                <a:solidFill>
                  <a:srgbClr val="008000"/>
                </a:solidFill>
              </a:rPr>
              <a:t>BlinkIt</a:t>
            </a:r>
            <a:r>
              <a:rPr lang="en-US" dirty="0">
                <a:solidFill>
                  <a:srgbClr val="008000"/>
                </a:solidFill>
              </a:rPr>
              <a:t>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ECF14-9A97-FEC7-B853-1AC72F219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1085" y="2447841"/>
            <a:ext cx="9144000" cy="1035276"/>
          </a:xfrm>
        </p:spPr>
        <p:txBody>
          <a:bodyPr>
            <a:normAutofit/>
          </a:bodyPr>
          <a:lstStyle/>
          <a:p>
            <a:pPr algn="l"/>
            <a:r>
              <a:rPr lang="en-US" sz="1800" dirty="0">
                <a:solidFill>
                  <a:srgbClr val="008000"/>
                </a:solidFill>
              </a:rPr>
              <a:t>Conduct a comprehensive analysis of the </a:t>
            </a:r>
            <a:r>
              <a:rPr lang="en-US" sz="1800" dirty="0" err="1">
                <a:solidFill>
                  <a:srgbClr val="008000"/>
                </a:solidFill>
              </a:rPr>
              <a:t>BlinkIt’s</a:t>
            </a:r>
            <a:r>
              <a:rPr lang="en-US" sz="1800" dirty="0">
                <a:solidFill>
                  <a:srgbClr val="008000"/>
                </a:solidFill>
              </a:rPr>
              <a:t> sales performance, customer satisfaction, and inventory distribution, to identify the key insights and possible future opportunities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EBD3061-CBF0-CB53-D54D-493B26A1B7C3}"/>
              </a:ext>
            </a:extLst>
          </p:cNvPr>
          <p:cNvSpPr txBox="1">
            <a:spLocks/>
          </p:cNvSpPr>
          <p:nvPr/>
        </p:nvSpPr>
        <p:spPr>
          <a:xfrm>
            <a:off x="1611085" y="3221037"/>
            <a:ext cx="9144000" cy="254839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rgbClr val="008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Charts Requirement:</a:t>
            </a:r>
          </a:p>
          <a:p>
            <a:pPr marL="457200" indent="-457200" algn="l">
              <a:buAutoNum type="arabicPeriod"/>
            </a:pPr>
            <a:r>
              <a:rPr lang="en-US" dirty="0">
                <a:solidFill>
                  <a:srgbClr val="008000"/>
                </a:solidFill>
              </a:rPr>
              <a:t>Total Sales by Fat Count: Analyze the impact of fat content on total sales</a:t>
            </a:r>
          </a:p>
          <a:p>
            <a:pPr marL="457200" indent="-457200" algn="l">
              <a:buAutoNum type="arabicPeriod"/>
            </a:pPr>
            <a:r>
              <a:rPr lang="en-US" dirty="0">
                <a:solidFill>
                  <a:srgbClr val="008000"/>
                </a:solidFill>
              </a:rPr>
              <a:t>Totals Sales by Item Type: Identify the performance of different item </a:t>
            </a:r>
            <a:r>
              <a:rPr lang="en-US" dirty="0" err="1">
                <a:solidFill>
                  <a:srgbClr val="008000"/>
                </a:solidFill>
              </a:rPr>
              <a:t>tyoes</a:t>
            </a:r>
            <a:r>
              <a:rPr lang="en-US" dirty="0">
                <a:solidFill>
                  <a:srgbClr val="008000"/>
                </a:solidFill>
              </a:rPr>
              <a:t> of total sales</a:t>
            </a:r>
          </a:p>
          <a:p>
            <a:pPr marL="457200" indent="-457200" algn="l">
              <a:buAutoNum type="arabicPeriod"/>
            </a:pPr>
            <a:r>
              <a:rPr lang="en-US" dirty="0">
                <a:solidFill>
                  <a:srgbClr val="008000"/>
                </a:solidFill>
              </a:rPr>
              <a:t>Fat Content by Outlet for Total Sales: Compare total sales across different outlet segment by fat content</a:t>
            </a:r>
          </a:p>
          <a:p>
            <a:pPr marL="457200" indent="-457200" algn="l">
              <a:buAutoNum type="arabicPeriod"/>
            </a:pPr>
            <a:r>
              <a:rPr lang="en-US" dirty="0">
                <a:solidFill>
                  <a:srgbClr val="008000"/>
                </a:solidFill>
              </a:rPr>
              <a:t>Total Sales by Outlet Establishment: Identify how age influences total sales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172D0B-DB0B-1F68-10B9-30669106636E}"/>
              </a:ext>
            </a:extLst>
          </p:cNvPr>
          <p:cNvSpPr/>
          <p:nvPr/>
        </p:nvSpPr>
        <p:spPr>
          <a:xfrm>
            <a:off x="1436915" y="1650575"/>
            <a:ext cx="65627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Business Requirement</a:t>
            </a:r>
          </a:p>
        </p:txBody>
      </p:sp>
    </p:spTree>
    <p:extLst>
      <p:ext uri="{BB962C8B-B14F-4D97-AF65-F5344CB8AC3E}">
        <p14:creationId xmlns:p14="http://schemas.microsoft.com/office/powerpoint/2010/main" val="15197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98</TotalTime>
  <Words>169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BlinkIt Analysis</vt:lpstr>
      <vt:lpstr>BlinkIt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rsjoshi91@gmail.com</dc:creator>
  <cp:lastModifiedBy>rsjoshi91@gmail.com</cp:lastModifiedBy>
  <cp:revision>2</cp:revision>
  <dcterms:created xsi:type="dcterms:W3CDTF">2025-07-23T14:57:02Z</dcterms:created>
  <dcterms:modified xsi:type="dcterms:W3CDTF">2025-07-23T17:24:28Z</dcterms:modified>
</cp:coreProperties>
</file>